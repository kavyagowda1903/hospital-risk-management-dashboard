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100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R" userId="7883c1eddc117f6b" providerId="LiveId" clId="{0DE137BE-EBE5-443B-B348-CEFFFD80A912}"/>
    <pc:docChg chg="modSld">
      <pc:chgData name="Kavya R" userId="7883c1eddc117f6b" providerId="LiveId" clId="{0DE137BE-EBE5-443B-B348-CEFFFD80A912}" dt="2026-08-31T04:21:31.355" v="0" actId="1076"/>
      <pc:docMkLst>
        <pc:docMk/>
      </pc:docMkLst>
      <pc:sldChg chg="modSp mod">
        <pc:chgData name="Kavya R" userId="7883c1eddc117f6b" providerId="LiveId" clId="{0DE137BE-EBE5-443B-B348-CEFFFD80A912}" dt="2026-08-31T04:21:31.355" v="0" actId="1076"/>
        <pc:sldMkLst>
          <pc:docMk/>
          <pc:sldMk cId="4250171259" sldId="259"/>
        </pc:sldMkLst>
        <pc:spChg chg="mod">
          <ac:chgData name="Kavya R" userId="7883c1eddc117f6b" providerId="LiveId" clId="{0DE137BE-EBE5-443B-B348-CEFFFD80A912}" dt="2026-08-31T04:21:31.355" v="0" actId="1076"/>
          <ac:spMkLst>
            <pc:docMk/>
            <pc:sldMk cId="4250171259" sldId="259"/>
            <ac:spMk id="2" creationId="{8E275D6F-C937-4BBA-35E6-80263E5E90EF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 dirty="0"/>
            <a:t>Business  Requirement Gathering</a:t>
          </a:r>
          <a:endParaRPr lang="en-US" dirty="0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Business  Requirement Gathering</a:t>
          </a:r>
          <a:endParaRPr lang="en-US" sz="1700" kern="1200" dirty="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3BD51-EA42-8902-AD58-07D2FA8CF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22781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BCC83-55AA-8C18-2D70-2B480D2E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401</Words>
  <Application>Microsoft Office PowerPoint</Application>
  <PresentationFormat>Widescreen</PresentationFormat>
  <Paragraphs>39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Microsoft Sans Serif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TO END DASHBOARD PROJECT IN EXCEL</dc:title>
  <dc:creator>Satish Dhawale</dc:creator>
  <cp:lastModifiedBy>Kavya R</cp:lastModifiedBy>
  <cp:revision>12</cp:revision>
  <dcterms:created xsi:type="dcterms:W3CDTF">2025-01-20T11:39:00Z</dcterms:created>
  <dcterms:modified xsi:type="dcterms:W3CDTF">2026-08-31T04:23:36Z</dcterms:modified>
</cp:coreProperties>
</file>